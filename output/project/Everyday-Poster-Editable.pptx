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1813" cy="1511935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787AD2-C165-4585-87E5-C6282F56CC6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7CCF77-B2FA-4798-AA4B-5F1FAADA7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953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Everyday app repository and docs/project/Everyday-LLD.md. Product image is AI-generated concept artwork, not actual catalog photography. The poster describes current features; checkout does not collect payment.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7CCF77-B2FA-4798-AA4B-5F1FAADA72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911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119F-4137-94A5-427C-5F7BBDDC1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2474395"/>
            <a:ext cx="8018860" cy="5263774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A6F7D-99DF-D548-0174-14D2259C3E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7941160"/>
            <a:ext cx="8018860" cy="3650342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25452-F951-D883-2ECC-FD310968A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1E4FC-8F78-44BE-7C6D-89644636F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3D4F2-7D1F-E2F2-C2FC-F9191D188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1821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0F1BD-F7FA-C97E-278A-6A4024C3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338A1-D96D-534A-C824-2EF85E4FB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83FB83-113E-EC2A-808D-29DF5AD6E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73C9B-0672-8602-EA1A-1E048E3D4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1EF68-0C2C-6D0F-ED66-D13C23AF6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5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F70F-E866-4656-2684-336A6D1E8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3769342"/>
            <a:ext cx="9221689" cy="6289229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22E90-A5A1-B778-40EB-5ED78E08E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10118069"/>
            <a:ext cx="9221689" cy="3307357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75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8552F-92AE-3A21-AC24-D9EB8867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D4B75-E1AC-C6A1-351B-4A03E6B22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C375-2E36-1D50-F490-1F7B0DCF0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354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821EF-6283-1841-959E-69D86ED5B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822F-F714-5876-89A3-FF835BC502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3" y="4024827"/>
            <a:ext cx="454402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C3A67-881A-71E3-CBBB-365CF26E5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4024827"/>
            <a:ext cx="4544021" cy="9593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FA69F-8E28-EAAC-6DAF-C51123F3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8413F-4E54-558A-AA51-78FA3305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E9FF0-2FEC-66BD-EAD9-03BE39208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186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949E1-0F99-52F6-8542-740233DBA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6" y="804969"/>
            <a:ext cx="9221689" cy="292237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5CA02-51F8-AAE2-26DB-40CDF3E67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3706342"/>
            <a:ext cx="4523138" cy="1816421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265520-FDA6-F3BC-6426-40E3A8DF0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5522763"/>
            <a:ext cx="4523138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BE0A5E-DB05-B1E1-37CE-6A0ED8A265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3706342"/>
            <a:ext cx="4545413" cy="1816421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6C8E4A-959E-73C8-8614-4A8367FB2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5522763"/>
            <a:ext cx="4545413" cy="8123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C9A0B-B46F-B644-2F4F-69516617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E9355C-55F3-69D0-2455-AD3D97B8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4AE33A-FBEF-04E2-3D10-62DF54892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92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92B48-0480-BEEF-A1FB-697C7C2E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95729-4ED7-4CB0-DFFD-6DC8F3946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B356F4-A876-CB13-1234-E66F8DE53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7EAF6-4E59-7F70-E0E6-A0568A6B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392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0ACCB-FD66-32D8-8A36-2DFADEB3B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F0E066-3E4F-9A07-179F-D17F2476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A3E8FE-7E75-9C95-8A54-494D72B0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8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B3FC-9035-2195-8434-CC620E117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B3E99-6FFF-9E17-82E8-CF3A2986F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FC6D37-F71C-BCFC-C35F-F87BB0E9F9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5F4C7-52AB-FC1C-3EA1-55F2C0730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87B12-6BE7-2685-BC93-2EFD9ED19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56CCC-6EFA-7F1C-1D6F-0878D4ED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474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F4C11-5DFB-BA8C-0128-513B7CE7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1007957"/>
            <a:ext cx="3448388" cy="3527848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CF3EBB-59B1-D735-86FA-AC9301CBEF9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545413" y="2176910"/>
            <a:ext cx="5412730" cy="10744538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3EF4EE-18EA-87CB-F33D-81158AF11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4535805"/>
            <a:ext cx="3448388" cy="840314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A7019-C856-F4EF-3EFA-07AF98050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2E9B9-479F-A695-A60D-67C09B0D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926DF9-6DAB-A4D9-8436-9D33A04D8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14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38F9B-501D-CA74-8928-7BB55D344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8617B-AB45-06FF-6269-0A7739B06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7D9BA-8358-C870-BD5E-29E45BFE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36CC7-57D4-11BA-9EBF-35D9CBB57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757D2-EE52-EF31-81FD-6FD02D290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0CAFEC-152E-2A74-D13E-DA56C1D14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804966"/>
            <a:ext cx="2305422" cy="12812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5DC49-8335-C9A9-1FC0-CF1F1FD6A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3" y="804966"/>
            <a:ext cx="6782619" cy="12812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1B2E8-748D-79D4-34AF-50EDA5E6C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7C324-2729-9C1C-3D79-A990EB1C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EB06C-ECD7-0432-5E64-A68C5CA3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10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D56419-4DD4-88C2-62D2-060453F4A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3" y="804969"/>
            <a:ext cx="9221689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6E21D-B91A-13CE-E935-820FBD2E7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3" y="4024827"/>
            <a:ext cx="9221689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C5E61-FF9E-AA5A-5B0E-DC76B21C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D039D-CBD4-472D-95F2-01471FDF807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971A8-C6FA-C2C9-6EDA-4D31143D9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14013401"/>
            <a:ext cx="3608487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C2E53-5C78-EF73-72E1-7D8482442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14013401"/>
            <a:ext cx="2405658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AFAAC-D484-40EA-B64C-700188334E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77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E379B1-6555-2F79-0E45-2DB144683594}"/>
              </a:ext>
            </a:extLst>
          </p:cNvPr>
          <p:cNvSpPr txBox="1"/>
          <p:nvPr/>
        </p:nvSpPr>
        <p:spPr>
          <a:xfrm>
            <a:off x="622300" y="444500"/>
            <a:ext cx="9423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IN" sz="7600" b="1">
                <a:solidFill>
                  <a:srgbClr val="24342C"/>
                </a:solidFill>
                <a:latin typeface="Segoe UI" panose="020B0502040204020203" pitchFamily="34" charset="0"/>
              </a:rPr>
              <a:t>Everyday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49B6E7-1799-C052-9130-2A9113B4A040}"/>
              </a:ext>
            </a:extLst>
          </p:cNvPr>
          <p:cNvSpPr txBox="1"/>
          <p:nvPr/>
        </p:nvSpPr>
        <p:spPr>
          <a:xfrm>
            <a:off x="685800" y="1765300"/>
            <a:ext cx="93091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2800">
                <a:solidFill>
                  <a:srgbClr val="24342C"/>
                </a:solidFill>
                <a:latin typeface="Segoe UI" panose="020B0502040204020203" pitchFamily="34" charset="0"/>
              </a:rPr>
              <a:t>Ecommerce with an AI shopping assistant</a:t>
            </a:r>
            <a:endParaRPr lang="en-IN" sz="2800">
              <a:solidFill>
                <a:srgbClr val="24342C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B995F-04EF-407E-438A-A0E830C0554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" y="2628900"/>
            <a:ext cx="9448800" cy="53213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66AFF4-33D4-F850-55DA-8FC137589BAE}"/>
              </a:ext>
            </a:extLst>
          </p:cNvPr>
          <p:cNvSpPr txBox="1"/>
          <p:nvPr/>
        </p:nvSpPr>
        <p:spPr>
          <a:xfrm>
            <a:off x="685800" y="8191500"/>
            <a:ext cx="929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2500" b="1">
                <a:solidFill>
                  <a:srgbClr val="24342C"/>
                </a:solidFill>
                <a:latin typeface="Segoe UI" panose="020B0502040204020203" pitchFamily="34" charset="0"/>
              </a:rPr>
              <a:t>Browse a mixed catalog. Ask for help. Build your bag.</a:t>
            </a:r>
            <a:endParaRPr lang="en-IN" sz="2500" b="1">
              <a:solidFill>
                <a:srgbClr val="24342C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346597-098A-A94C-5C17-65EA0B751D41}"/>
              </a:ext>
            </a:extLst>
          </p:cNvPr>
          <p:cNvSpPr txBox="1"/>
          <p:nvPr/>
        </p:nvSpPr>
        <p:spPr>
          <a:xfrm>
            <a:off x="685800" y="9144000"/>
            <a:ext cx="932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2800" b="1">
                <a:solidFill>
                  <a:srgbClr val="AE553E"/>
                </a:solidFill>
                <a:latin typeface="Segoe UI" panose="020B0502040204020203" pitchFamily="34" charset="0"/>
              </a:rPr>
              <a:t>"Add 2 ceramic coffee mugs to my cart"</a:t>
            </a:r>
            <a:endParaRPr lang="en-IN" sz="2800" b="1">
              <a:solidFill>
                <a:srgbClr val="AE553E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5AADA-A837-5BA0-9582-408C777B8865}"/>
              </a:ext>
            </a:extLst>
          </p:cNvPr>
          <p:cNvSpPr txBox="1"/>
          <p:nvPr/>
        </p:nvSpPr>
        <p:spPr>
          <a:xfrm>
            <a:off x="685800" y="9867900"/>
            <a:ext cx="927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2100">
                <a:solidFill>
                  <a:srgbClr val="5A655E"/>
                </a:solidFill>
                <a:latin typeface="Segoe UI" panose="020B0502040204020203" pitchFamily="34" charset="0"/>
              </a:rPr>
              <a:t>The assistant checks the catalog and adds items to the signed-in user's own cart.</a:t>
            </a:r>
            <a:endParaRPr lang="en-IN" sz="2100">
              <a:solidFill>
                <a:srgbClr val="5A655E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2DC156-6977-E654-8636-70A3C271F26B}"/>
              </a:ext>
            </a:extLst>
          </p:cNvPr>
          <p:cNvSpPr txBox="1"/>
          <p:nvPr/>
        </p:nvSpPr>
        <p:spPr>
          <a:xfrm>
            <a:off x="685800" y="11023600"/>
            <a:ext cx="447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IN" sz="2600" b="1">
                <a:solidFill>
                  <a:srgbClr val="24342C"/>
                </a:solidFill>
                <a:latin typeface="Segoe UI" panose="020B0502040204020203" pitchFamily="34" charset="0"/>
              </a:rPr>
              <a:t>What the app includes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6AA4D6-2027-A2D3-AEF5-CB46DE471348}"/>
              </a:ext>
            </a:extLst>
          </p:cNvPr>
          <p:cNvSpPr txBox="1"/>
          <p:nvPr/>
        </p:nvSpPr>
        <p:spPr>
          <a:xfrm>
            <a:off x="685800" y="117094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900">
                <a:solidFill>
                  <a:srgbClr val="24342C"/>
                </a:solidFill>
                <a:latin typeface="Segoe UI" panose="020B0502040204020203" pitchFamily="34" charset="0"/>
              </a:rPr>
              <a:t>Search and price sorting
Login and saved carts
Unpaid checkout and order history
Policy answers with page references</a:t>
            </a:r>
            <a:endParaRPr lang="en-IN" sz="1900">
              <a:solidFill>
                <a:srgbClr val="24342C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D7226-75CB-D488-32FE-94E390577192}"/>
              </a:ext>
            </a:extLst>
          </p:cNvPr>
          <p:cNvSpPr txBox="1"/>
          <p:nvPr/>
        </p:nvSpPr>
        <p:spPr>
          <a:xfrm>
            <a:off x="5753100" y="11023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IN" sz="2600" b="1">
                <a:solidFill>
                  <a:srgbClr val="24342C"/>
                </a:solidFill>
                <a:latin typeface="Segoe UI" panose="020B0502040204020203" pitchFamily="34" charset="0"/>
              </a:rPr>
              <a:t>How it works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652395-10A1-DB7E-71A0-1745E6A19125}"/>
              </a:ext>
            </a:extLst>
          </p:cNvPr>
          <p:cNvSpPr txBox="1"/>
          <p:nvPr/>
        </p:nvSpPr>
        <p:spPr>
          <a:xfrm>
            <a:off x="5753100" y="11709400"/>
            <a:ext cx="4292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IN" sz="1900">
                <a:solidFill>
                  <a:srgbClr val="24342C"/>
                </a:solidFill>
                <a:latin typeface="Segoe UI" panose="020B0502040204020203" pitchFamily="34" charset="0"/>
              </a:rPr>
              <a:t>Browser -&gt; Node proxy -&gt; FastAPI
SQLite for catalog, carts, orders
LangChain agent with cart tools
FAISS for policy retrieval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8FD36-ED78-C906-8AC6-3627F1DCE522}"/>
              </a:ext>
            </a:extLst>
          </p:cNvPr>
          <p:cNvSpPr txBox="1"/>
          <p:nvPr/>
        </p:nvSpPr>
        <p:spPr>
          <a:xfrm>
            <a:off x="685800" y="13970000"/>
            <a:ext cx="929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700" b="1">
                <a:solidFill>
                  <a:srgbClr val="AE553E"/>
                </a:solidFill>
                <a:latin typeface="Segoe UI" panose="020B0502040204020203" pitchFamily="34" charset="0"/>
              </a:rPr>
              <a:t>12 demo products loaded at startup | Chat requires login</a:t>
            </a:r>
            <a:endParaRPr lang="en-IN" sz="1700" b="1">
              <a:solidFill>
                <a:srgbClr val="AE553E"/>
              </a:solidFill>
              <a:latin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D39097-D915-4D54-854F-C1992F7938B8}"/>
              </a:ext>
            </a:extLst>
          </p:cNvPr>
          <p:cNvSpPr txBox="1"/>
          <p:nvPr/>
        </p:nvSpPr>
        <p:spPr>
          <a:xfrm>
            <a:off x="685800" y="14414500"/>
            <a:ext cx="9321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5A655E"/>
                </a:solidFill>
                <a:latin typeface="Segoe UI" panose="020B0502040204020203" pitchFamily="34" charset="0"/>
              </a:rPr>
              <a:t>Demo app: checkout creates an unpaid order. Payments and delivery are future work.</a:t>
            </a:r>
            <a:endParaRPr lang="en-IN" sz="1400">
              <a:solidFill>
                <a:srgbClr val="5A655E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16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 Sharma</dc:creator>
  <cp:lastModifiedBy>Parth Sharma</cp:lastModifiedBy>
  <cp:revision>1</cp:revision>
  <dcterms:created xsi:type="dcterms:W3CDTF">2026-10-11T14:40:09Z</dcterms:created>
  <dcterms:modified xsi:type="dcterms:W3CDTF">2026-10-11T14:40:09Z</dcterms:modified>
</cp:coreProperties>
</file>